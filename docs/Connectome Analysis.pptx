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5" d="100"/>
          <a:sy n="35" d="100"/>
        </p:scale>
        <p:origin x="7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5640-A41D-8C32-5F83-8A882F41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20FC7-3729-56BB-F295-8155E1CC3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44C88-3385-07C7-CE63-BC34F56A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2DF09-38F7-29B6-B55C-D2303795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8B13F-A8C8-A51B-264E-44CCE791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73ED-D5CD-7CD4-643C-84C676B5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78ED-E0E0-26D6-16C2-EEE684FDA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00D7-CC8F-FF61-9D31-4849D550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65DD-17E7-9358-EBE6-1FD7D30A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AEFAB-F788-3342-DC54-08B49905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EC52-1701-F58B-059A-06168A19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9DFC9-C6CE-97E5-2C85-7A5EDA7AA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6D78C-07CF-B6B0-7C2E-2984875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AE896-8B74-0957-D3C1-3159A2D7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6713-350C-0B41-9709-532A1976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3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D356-674A-2791-7D65-305004FA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6C0D9-918F-A277-0738-259851B90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A37E7-9BF2-9964-A3A0-F7E897C5A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C8A87-6A58-39DC-D5A2-004CE201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C9AE3-357F-1D2D-823C-9E188F5C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F8B21-28E8-4E30-83F8-5D96EC0B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5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FA7B-BEA7-8AF8-EC80-9398D433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2A0DB-E27A-A9D3-4666-FD87B30F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A8AA3-C108-5B2E-4D98-C912597C8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6BE33-CFCC-4F9D-6324-651977533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F0161-5DA6-8850-5C98-D90C86810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CE8A4-26C7-2CD1-FAF9-21EA695E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744DF-6291-5E5F-635F-039AE6AC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5B571-C880-56CD-A3FB-56A7E3B8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2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5F62-F1FF-02BD-798B-30E1F881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DED2A-69BF-530B-E631-39DBE16A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2BB80-4E99-CAF7-6018-D2D5AD58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3EDD8-EF32-04EE-8C87-49510837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4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23C9A3-EBB5-A7B6-F2E6-7940437A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FB965-188C-05E9-9DBA-8CE0CBD6B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AF2E-56B3-C2FB-AB8C-9D832505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B5BF-6846-59A6-5852-78BA1B56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D589-6D90-A82D-9E95-E39E35BD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C26FE-BFAD-4F84-9713-DE0BE69D0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9D910-D955-9865-1576-C88ED20C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3E901-03FB-9020-EE24-48EB0D61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E6F9E-7AF5-60BB-5333-22660767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2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BD55-F6BE-3DA2-B6B7-F2704519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B1C03-9875-F98F-9332-E0131D56B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20D08-545E-596D-CBD4-91E256CCE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0E34B-0E1A-EBB5-54AE-A4EE4586A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BE2EA-86AF-D8E0-216F-9F62C230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4670-722C-2CDE-5CB1-2A49EA6D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2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7436-9C96-1F3C-69F8-81F45C23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6F327-D08D-FDE3-B847-2FBE5C2DE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C6E8F-8BF4-706F-635D-B1CEF9A1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1344C-DDD8-5695-ED45-166C72E2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D949-BE46-A5E9-C742-01561941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8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947A6-C137-7320-E904-1ACC929CB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073EB-F5B9-D649-1D7A-E5B547657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4401-C1F4-395D-06CD-9BF5C8A0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46D82-E962-CB18-2ABA-F1CD8464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FF71C-326B-D944-DC25-382CD613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8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C28FF-11E8-9791-B678-197E1830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01C15-FAF3-88F9-9AD7-038E9E58E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829EC-87C1-0CE3-8006-A7C290355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39931-D641-48A4-8E47-1A0C23AF9EB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1DF05-DB35-32D2-CBA6-D118CB0CD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85507-F126-E9AD-1BAD-DACB41B5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7E357-9E8F-4327-A3D2-28640373F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251-E6EB-410B-9E07-3133640FE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C4FB0-1B4F-D3E7-A0AB-1067CB79E9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2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D7F57-1D15-3655-8E0C-8D69A823C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494" y="0"/>
            <a:ext cx="4435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8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BABCF-D0E7-A4E2-424C-AA607961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47" y="56177"/>
            <a:ext cx="11234684" cy="674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8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379A1-D6A8-CEDE-8800-E9068AB7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1118865"/>
            <a:ext cx="11698333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5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9BE13-8992-99B9-C56C-9D90922AB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47" y="982002"/>
            <a:ext cx="5669606" cy="489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ful bars&#10;&#10;AI-generated content may be incorrect.">
            <a:extLst>
              <a:ext uri="{FF2B5EF4-FFF2-40B4-BE49-F238E27FC236}">
                <a16:creationId xmlns:a16="http://schemas.microsoft.com/office/drawing/2014/main" id="{938F9AA1-FF97-E1E2-EEB4-AE93A976F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4" y="238125"/>
            <a:ext cx="11136816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29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59561-3705-A2DD-A54A-DD1331C3E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99" y="0"/>
            <a:ext cx="9625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6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39A8FEF-A296-D5A1-C3D9-B1F32FB2A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18" y="0"/>
            <a:ext cx="11014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A2D5B9-4990-4E4B-022F-B1F34824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41" y="0"/>
            <a:ext cx="10254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1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Pandey</dc:creator>
  <cp:lastModifiedBy>Shivam Pandey</cp:lastModifiedBy>
  <cp:revision>2</cp:revision>
  <dcterms:created xsi:type="dcterms:W3CDTF">2026-03-09T09:23:24Z</dcterms:created>
  <dcterms:modified xsi:type="dcterms:W3CDTF">2026-03-30T12:36:50Z</dcterms:modified>
</cp:coreProperties>
</file>